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20b6f47b414a68" /><Relationship Type="http://schemas.openxmlformats.org/officeDocument/2006/relationships/extended-properties" Target="/docProps/app.xml" Id="Rd4b382360e8a44c8" /><Relationship Type="http://schemas.openxmlformats.org/officeDocument/2006/relationships/officeDocument" Target="/ppt/presentation.xml" Id="R520252198d544c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dc6ecd74794d95"/>
  </p:sldMasterIdLst>
  <p:notesMasterIdLst>
    <p:notesMasterId xmlns:r="http://schemas.openxmlformats.org/officeDocument/2006/relationships" r:id="R8131dd1f86434d48"/>
  </p:notesMasterIdLst>
  <p:sldIdLst>
    <p:sldId xmlns:r="http://schemas.openxmlformats.org/officeDocument/2006/relationships" id="256" r:id="R96a47994b31a4f9f"/>
    <p:sldId xmlns:r="http://schemas.openxmlformats.org/officeDocument/2006/relationships" id="257" r:id="Rd84f54e94fd94eec"/>
    <p:sldId xmlns:r="http://schemas.openxmlformats.org/officeDocument/2006/relationships" id="258" r:id="Rf658c4254eb14be0"/>
    <p:sldId xmlns:r="http://schemas.openxmlformats.org/officeDocument/2006/relationships" id="259" r:id="R0051dcad5b6348fe"/>
    <p:sldId xmlns:r="http://schemas.openxmlformats.org/officeDocument/2006/relationships" id="260" r:id="R2e6a1fea325343e0"/>
    <p:sldId xmlns:r="http://schemas.openxmlformats.org/officeDocument/2006/relationships" id="261" r:id="R91b22c66c7aa478f"/>
    <p:sldId xmlns:r="http://schemas.openxmlformats.org/officeDocument/2006/relationships" id="262" r:id="R79b4ededc0164704"/>
    <p:sldId xmlns:r="http://schemas.openxmlformats.org/officeDocument/2006/relationships" id="263" r:id="R92eab45588ad4879"/>
    <p:sldId xmlns:r="http://schemas.openxmlformats.org/officeDocument/2006/relationships" id="264" r:id="R73e3a16366cb4d2d"/>
    <p:sldId xmlns:r="http://schemas.openxmlformats.org/officeDocument/2006/relationships" id="265" r:id="R84734b03588d4b8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c6ecd74794d95" /><Relationship Type="http://schemas.openxmlformats.org/officeDocument/2006/relationships/theme" Target="/ppt/theme/theme1.xml" Id="R567b5cbf9ed644b8" /><Relationship Type="http://schemas.openxmlformats.org/officeDocument/2006/relationships/notesMaster" Target="/ppt/notesMasters/notesMaster1.xml" Id="R8131dd1f86434d48" /><Relationship Type="http://schemas.openxmlformats.org/officeDocument/2006/relationships/presProps" Target="/ppt/presProps.xml" Id="R6abb3e9aaa0c4239" /><Relationship Type="http://schemas.openxmlformats.org/officeDocument/2006/relationships/viewProps" Target="/ppt/viewProps.xml" Id="R0fc19691b7f74a9d" /><Relationship Type="http://schemas.openxmlformats.org/officeDocument/2006/relationships/tableStyles" Target="/ppt/tableStyles.xml" Id="R383affc583084ee2" /><Relationship Type="http://schemas.openxmlformats.org/officeDocument/2006/relationships/slide" Target="/ppt/slides/slide1.xml" Id="R96a47994b31a4f9f" /><Relationship Type="http://schemas.openxmlformats.org/officeDocument/2006/relationships/slide" Target="/ppt/slides/slide2.xml" Id="Rd84f54e94fd94eec" /><Relationship Type="http://schemas.openxmlformats.org/officeDocument/2006/relationships/slide" Target="/ppt/slides/slide3.xml" Id="Rf658c4254eb14be0" /><Relationship Type="http://schemas.openxmlformats.org/officeDocument/2006/relationships/slide" Target="/ppt/slides/slide4.xml" Id="R0051dcad5b6348fe" /><Relationship Type="http://schemas.openxmlformats.org/officeDocument/2006/relationships/slide" Target="/ppt/slides/slide5.xml" Id="R2e6a1fea325343e0" /><Relationship Type="http://schemas.openxmlformats.org/officeDocument/2006/relationships/slide" Target="/ppt/slides/slide6.xml" Id="R91b22c66c7aa478f" /><Relationship Type="http://schemas.openxmlformats.org/officeDocument/2006/relationships/slide" Target="/ppt/slides/slide7.xml" Id="R79b4ededc0164704" /><Relationship Type="http://schemas.openxmlformats.org/officeDocument/2006/relationships/slide" Target="/ppt/slides/slide8.xml" Id="R92eab45588ad4879" /><Relationship Type="http://schemas.openxmlformats.org/officeDocument/2006/relationships/slide" Target="/ppt/slides/slide9.xml" Id="R73e3a16366cb4d2d" /><Relationship Type="http://schemas.openxmlformats.org/officeDocument/2006/relationships/slide" Target="/ppt/slides/slide10.xml" Id="R84734b03588d4b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4abf9185ab641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9c5a9f3a1b456b" /><Relationship Type="http://schemas.openxmlformats.org/officeDocument/2006/relationships/notesMaster" Target="/ppt/notesMasters/notesMaster1.xml" Id="R3e2499a6f1904c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e60f116c734bc2" /><Relationship Type="http://schemas.openxmlformats.org/officeDocument/2006/relationships/notesMaster" Target="/ppt/notesMasters/notesMaster1.xml" Id="Rf0ba00449ab840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ff4fb1871c495f" /><Relationship Type="http://schemas.openxmlformats.org/officeDocument/2006/relationships/notesMaster" Target="/ppt/notesMasters/notesMaster1.xml" Id="R0dd414ec372c42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c33220f5634b08" /><Relationship Type="http://schemas.openxmlformats.org/officeDocument/2006/relationships/notesMaster" Target="/ppt/notesMasters/notesMaster1.xml" Id="Rd6e3c03cb3de46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efb7bef6e14825" /><Relationship Type="http://schemas.openxmlformats.org/officeDocument/2006/relationships/notesMaster" Target="/ppt/notesMasters/notesMaster1.xml" Id="Ra57b39dae6b547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e4fe36bec040fc" /><Relationship Type="http://schemas.openxmlformats.org/officeDocument/2006/relationships/notesMaster" Target="/ppt/notesMasters/notesMaster1.xml" Id="R2264db2b09f14b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6b3fa5e54a4c25" /><Relationship Type="http://schemas.openxmlformats.org/officeDocument/2006/relationships/notesMaster" Target="/ppt/notesMasters/notesMaster1.xml" Id="R7d32b2579fbe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3e6e9794824c43" /><Relationship Type="http://schemas.openxmlformats.org/officeDocument/2006/relationships/notesMaster" Target="/ppt/notesMasters/notesMaster1.xml" Id="R81d96cfd31a74f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523184160f4bc2" /><Relationship Type="http://schemas.openxmlformats.org/officeDocument/2006/relationships/notesMaster" Target="/ppt/notesMasters/notesMaster1.xml" Id="Raaf642970d454a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cf85ca6a854400" /><Relationship Type="http://schemas.openxmlformats.org/officeDocument/2006/relationships/notesMaster" Target="/ppt/notesMasters/notesMaster1.xml" Id="Rad243e3c72c64f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5b9ad417443b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0cc72d404f54061" /><Relationship Type="http://schemas.openxmlformats.org/officeDocument/2006/relationships/slideLayout" Target="/ppt/slideLayouts/slideLayout2.xml" Id="Rfc25a49d5f7948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25a49d5f7948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072c0aaadd4bfc" /><Relationship Type="http://schemas.openxmlformats.org/officeDocument/2006/relationships/notesSlide" Target="/ppt/notesSlides/notesSlide1.xml" Id="R9ffff099bd7149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65db9235714d35" /><Relationship Type="http://schemas.openxmlformats.org/officeDocument/2006/relationships/notesSlide" Target="/ppt/notesSlides/notesSlide2.xml" Id="R017e96a699174f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b79fedcf164e6c" /><Relationship Type="http://schemas.openxmlformats.org/officeDocument/2006/relationships/notesSlide" Target="/ppt/notesSlides/notesSlide3.xml" Id="R7de6f20f6df14e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7858780d5a499a" /><Relationship Type="http://schemas.openxmlformats.org/officeDocument/2006/relationships/notesSlide" Target="/ppt/notesSlides/notesSlide4.xml" Id="R1a50a376668d42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20da8bb1fa4152" /><Relationship Type="http://schemas.openxmlformats.org/officeDocument/2006/relationships/notesSlide" Target="/ppt/notesSlides/notesSlide5.xml" Id="Rf3c64021b5cf45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3d7ae2c9dc433f" /><Relationship Type="http://schemas.openxmlformats.org/officeDocument/2006/relationships/notesSlide" Target="/ppt/notesSlides/notesSlide6.xml" Id="R35340172315f47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469edbf9f04db1" /><Relationship Type="http://schemas.openxmlformats.org/officeDocument/2006/relationships/notesSlide" Target="/ppt/notesSlides/notesSlide7.xml" Id="R5d0eb8b4482042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69dae35e754294" /><Relationship Type="http://schemas.openxmlformats.org/officeDocument/2006/relationships/notesSlide" Target="/ppt/notesSlides/notesSlide8.xml" Id="R7a508d9662ea42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24cce1352c4aa9" /><Relationship Type="http://schemas.openxmlformats.org/officeDocument/2006/relationships/notesSlide" Target="/ppt/notesSlides/notesSlide9.xml" Id="Rde2dff4c211c46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1ae1d7f55d4a83" /><Relationship Type="http://schemas.openxmlformats.org/officeDocument/2006/relationships/notesSlide" Target="/ppt/notesSlides/notesSlide10.xml" Id="Rcd226f4790b248e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7188F7-4D34-4AAC-B421-B3A27899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6A3E0-3560-4877-BA3B-891AE016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발표 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FB44D-062E-46CB-AE59-AF444166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2DA4B-F975-4630-989E-2929B0A7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미니 게임 메이커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269CD-D233-401E-9FB8-3EC2EA04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952625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1)   프로젝트 배경 개요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1363F8-75F8-46C6-B4B5-DCB98DE1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2)   요구사항 정의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EA910-E381-4407-A743-6C34C562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00375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3)   설계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6775C-20A9-4FE6-81D1-28E102CB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24250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4)   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B784A-19C0-4B3C-B2D3-3E58E145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48125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5)   데모 시나리오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9C53E-0D74-4842-A709-D912F952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72000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6)   유지보수성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4A4A6-BCF8-41E5-9B8C-81FB8633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095875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7)   AI 활용도 및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F4811-D426-492B-AA6E-78173930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619750"/>
            <a:ext cx="581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B02EE9-EC1F-49EE-8D7F-295F4B2C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1143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4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54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EA4861-B71C-4B8F-9142-4AC15723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0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6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발표 시간 5분</a:t>
            </a:r>
          </a:p>
          <a:p xmlns:a="http://schemas.openxmlformats.org/drawingml/2006/main">
            <a:pPr algn="l">
              <a:defRPr sz="26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6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+ 질의 응답 7분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953228-E178-4903-B9C4-8EF15ED7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94138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1E6AF0-877A-4534-BBB0-0D3FC95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54455-F76A-4506-AB76-85D5036E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프로젝트 배경 개요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74409-49A7-41EA-B755-1E75F3F7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DB78B-D48A-48D5-84FD-2D0D8A9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0955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프로젝트명: AI 미니 게임 메이커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C9A98-8303-433C-9433-D0A7AEBD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43200"/>
            <a:ext cx="90011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사용자가 자연어로 게임 아이디어를 입력하면,</a:t>
            </a:r>
          </a:p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AI가 실행 가능한 HTML5 게임을 만들고</a:t>
            </a:r>
          </a:p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대화를 통해 계속 수정·고도화하는 웹 플랫폼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1E9ED-3107-4EDB-8471-C02EA0DF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2714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11AAF-84B8-43BB-A000-5C012561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24400"/>
            <a:ext cx="2371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문제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CFEB7-CD2B-428D-826A-59E765C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43500"/>
            <a:ext cx="2371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아이디어가 있어도 직접 게임 코드를 만들기 어렵다.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BBCF3-1E96-431A-A8ED-664CA1E5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72000"/>
            <a:ext cx="2714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DEB6A-7F64-41C6-B7BF-67979930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24400"/>
            <a:ext cx="2371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해결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35643-779B-49CB-BBB0-F8A19729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43500"/>
            <a:ext cx="2371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AI가 단일 HTML 게임을 생성하고 바로 실행한다.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78655-CE81-4BF0-A610-890FA94A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2714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9A448F-0841-4070-A5C2-A021E86D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24400"/>
            <a:ext cx="23717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차별점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E7001F-4F24-434C-B62C-CAE6370C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371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생성 후 끝이 아니라 대화로 계속 업그레이드한다.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240E2-6F86-4273-918E-083E7F06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949923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A5A835-8DC9-4383-9DA9-CF7387FE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3A1CF-2247-4220-942C-153A088D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요구사항 정의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D44E5-8CED-435A-BAB1-1A2F38A0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54112-5962-41E8-9696-EF3236B1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초기 기획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0F758-549B-4E71-8F51-B7FE4B5F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7D4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AAF54-6A22-4CE7-B7AB-3D650322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1771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구분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47427A-1698-4828-BB22-347CC4AF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52625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7D4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46A73-9A87-452F-942C-780B1A40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76450"/>
            <a:ext cx="853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요구사항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BD50E-B340-4214-88E3-B19671DA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53B54-4F06-4986-943D-955DA4EE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생성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93ED5-8F53-4BC5-A56C-DF86B1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8602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B88BE-C1F4-4DFE-A8E5-827EC5E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0985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자연어 요청을 단일 HTML5 게임으로 변환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0E5F5-4851-490F-869B-F0747917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EECC-A41A-4BC0-8660-A94DD583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623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수정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6D034-258A-4CD3-90AD-8CB960A4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9273C9-2055-48FE-93F8-9865FE87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6230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기존 코드를 바탕으로 전체 HTML을 다시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DBFEAB-A014-4E1B-BA5E-3C650F21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E1ECE-2325-4F93-A7C1-14208C9F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C456B1-6A76-4C36-BC0A-AC090866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9092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B775D1-A8E1-4D64-AF83-3B3E7E31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1475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iframe에 즉시 주입하고 키보드 조작 포커스 보장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E18632-4A08-4882-827C-2B431849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4C3DC3-0F48-4385-8669-23723ED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저장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7C9BD4-128E-483A-8E3E-E23B4BBD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1433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A437E6-F9B0-4A38-A22C-25AB586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6720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HTML 다운로드, 버전 히스토리, JSON 백업/복원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AD97F8-9BFC-456C-921F-FFF54389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931648-D0A6-408F-8FCC-2FD6DD7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965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안정성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F29FA-8D99-4572-A30A-7922D252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9582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495224-A875-4BB1-8074-DB3F0B21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1965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API 오류 시 입력 복구, 렌더 실패 시 자동 수리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153DF2-7849-496E-87E2-36E463D7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48275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F85C63-F110-48DB-B291-6043126A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721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확장성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F01EC8-2750-4584-AC06-C44F834A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482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3224FD-E6DB-4B06-B650-6A2743EE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372100"/>
            <a:ext cx="8534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이미지 에셋, Gemini/OpenAI 전환, Render 배포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F3FD4C-51CA-4408-AB0C-C01BAE4E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055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설계 전에 요구사항을 기능/안정성/확장성으로 나누어 구현 범위를 명확히 설정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843E28-0697-4AB2-87E2-29A28026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957727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E3085E-0E88-413E-BAF1-B46BF135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EAF59-0CE9-4FFE-A516-72F6ABAD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F9855-A012-4E26-8347-46EFA1B2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9670A-0C6A-4F40-B284-B2C5754C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아키텍처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B4F8F-2940-49EA-A4A6-9CF218CC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92A13-EE8B-4B5A-9BF0-13CAA68A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Vue 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013FA-B206-4466-8C12-FCBCB85B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95625"/>
            <a:ext cx="2038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대화 UI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상태 저장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iframe 렌더링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FA0E8-3DB0-48A2-85EB-DA9748F6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2412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C22E0-3B17-4E71-90F4-FCA96442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765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Express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30587-01EF-48C5-9535-69D84611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95625"/>
            <a:ext cx="2038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프롬프트 조립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키 보호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오류 처리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68785-86B1-4C59-AA0A-84CE6881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2412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547A8-4AF1-467E-8626-75BE15C9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765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Provider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0F1246-AB5D-4A29-9A3C-5A7465F9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95625"/>
            <a:ext cx="2038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Gemini/OpenAI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모델 교체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HTML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FD61A3-6997-438E-89CC-A8EB2281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24125"/>
            <a:ext cx="1809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A22D3-1BC6-484F-B9AA-B49C1C19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76525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62DBA2-C6DE-4BCC-9FC8-0E470ECB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95625"/>
            <a:ext cx="1466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게임 실행</a:t>
            </a:r>
          </a:p>
          <a:p xmlns:a="http://schemas.openxmlformats.org/drawingml/2006/main">
            <a:pPr algn="l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파일 저장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67B8E-888D-4CAE-8692-869011EC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5750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94BDEB-E02D-4DB8-8E1C-3676FF7A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85750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2DB446-C19E-4D1F-BDB2-FC75A264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85750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32B4C-98C2-45D4-9ED4-2102184F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0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핵심 설계: AI가 만든 코드는 iframe 샌드박스에서 실행하고, 앱 상태와 API 키는 부모 앱/서버가 관리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0E9B68-12ED-4434-86D3-154849CB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245713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D4220A-4CFA-4EB1-9112-3B4F49F9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63118-8AF5-44D7-B90A-00E622D8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81461-6F6B-4FB2-958A-D8EC3658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B4BC5-7ED4-407B-B845-AB09D221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주요 기능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8C0C1-FD77-4065-8E0B-56D05A68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47875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E227-46E5-4238-9029-D330F905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00275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1) 게임 생성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1ECE5D-706C-4B48-A220-84AA5010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19375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프롬프트를 기반으로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CSS/JS 포함 단일 HTML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C0872-38D9-4D3A-A306-7FCF395D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47875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95099-9758-4ECE-9FA1-C3FB09EE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00275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2) 게임 수정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28798-B021-49BB-B9BD-97ECAECF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19375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기존 코드를 포함해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전체 HTML을 다시 재작성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8B56F-ED20-466A-A160-02B0275D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47875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78FCB-4421-469F-89B2-8E81BE72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200275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3) 즉시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E4555-E76F-4727-B46E-2820237D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619375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iframe에 동적으로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HTML 코드 주입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EEE70-8B12-4D50-9051-45937993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B8A11D-F505-4361-990C-51EAD23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248150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4) 안전 리셋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2BBDF-4240-47AB-90A7-99A27219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667250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부모 Vue에서 저장된 코드를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다시 주입해 공백 버그 방지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55147-15D3-4A94-BFCA-00006505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95750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AAAE6-AF4D-4F30-8D83-4D3E9FC1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248150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5) 저장/복원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2E7C1-5003-4F78-A563-DF5EDB7E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67250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HTML 다운로드,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히스토리와 JSON 백업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219BB9-A600-4BE8-BE1C-8E14838E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2952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3709AA-5BC6-42C2-976B-FABB53E2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248150"/>
            <a:ext cx="2609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6) 이미지 활용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B86B7-A8A4-4768-96D9-56960E41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67250"/>
            <a:ext cx="26098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업로드 이미지를</a:t>
            </a:r>
          </a:p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게임 컨셉과 에셋으로 활용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E8F4D7-9C89-46FF-A77C-81855C8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115612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83FEAD-5EEB-43AB-910F-095F5AAA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EE4D8-2759-4E57-9746-33444035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데모 시나리오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04C4F-C780-43CC-A6FE-09FA1C16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38156-47A9-4AAD-BA81-DFDC3031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예시 게임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6C1B3-17D7-4165-B9F5-6181F9F9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43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DC037-5F1A-466E-8B62-CD551005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우주선 피하기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9B8F1-AB69-40FE-AF08-7186C751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28003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초기: 방향키로 우주선을 움직이며 운석 피하기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수정: 20초마다 난이도 상승, 게임오버 후 재시작 버튼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DF403-B0E4-4A14-9300-1E79D0B0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6EAE6-38B0-4285-AB4E-ED8878F0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43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점프 러너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86DB4-7040-4AAF-9453-609904A7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762250"/>
            <a:ext cx="28003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초기: 스페이스바로 장애물을 피하는 러너 게임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수정: 이중 점프, 모바일 버튼, 최고 점수 표시 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66F28-22EA-4A12-A600-BA2C56E2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90750"/>
            <a:ext cx="3143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5C639-DF5E-46B4-AB0D-5E86BA77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이미지 캐릭터 게임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4F88E1-698E-443F-9E96-3732A00A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8003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초기: 업로드 이미지를 플레이어로 사용해 코인 수집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수정: 반짝임 효과, UI 정리, 배경 이미지 강화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D5A0A-9EE6-448B-86F2-461DBCD2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876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3AD0B-A5D8-45D5-9F35-207D562C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38800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발표 중 보여줄 수정 흐름: 생성 → 플레이 → 추가 요구 → 업그레이드 →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551DEC-6DD7-4921-B7D4-178FA105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713787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76742F-F27B-4D3E-B2F3-A785EE83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72009-74AC-487B-8FC4-CD2C8399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유지보수성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1B51B-549B-4A34-B37D-7AC6FA65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040EB-AED1-4CA8-8C24-60D60D81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패턴 적용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E4255-D172-4AFC-B3C7-EEBE3C03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95500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D35F7-2A0A-4566-BB9D-341B9EBB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247900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프롬프트 빌더 패턴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99E3E-6E35-4FB8-86A2-1E331ABC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667000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최초 생성, 수정, 이미지 에셋, 메타데이터 요청을 함수로 분리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6077D-99A9-442A-AF37-F9CA506A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00A2D-EC48-4097-9BFD-9960CFE1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47900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Provider Adapter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7768A-B195-4F29-8A65-163ABDDC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67000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AI_PROVIDER 값으로 Gemini와 OpenAI 호출부를 교체 가능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238A4-09E6-4E40-92E9-DF057165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0A9A8-3C98-4FB0-9181-D13FA105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247900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샌드박스 렌더링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3E531-2390-4858-9088-F3495244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667000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생성 코드를 iframe에 격리해 메인 앱 안정성 확보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3932E-9981-40A1-B2B5-8489B8BF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48125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4C83AC-9189-42A3-B090-1514358B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200525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버전 히스토리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1EB20-CE65-4470-87FD-D7D4E7FA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619625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생성 결과를 버전 단위로 저장하고 이전 상태로 복구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DEC26B-DBC3-432E-8917-241FD460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48125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6C7FCB-D24A-4882-9475-76981870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00525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에셋 Placeholder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3D4E10-AA36-4395-80A6-B7C7811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619625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이미지 data URL을 안전하게 치환해 프롬프트 과부하 완화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9AEAC-04DF-4657-8109-5B6C60B7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48125"/>
            <a:ext cx="32861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DF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B7DDD4-0795-4106-980E-4B31E05E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200525"/>
            <a:ext cx="2943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장애 복구 UX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B0883F-124D-46FC-9149-68193229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619625"/>
            <a:ext cx="29432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5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API 오류 입력 복구, 렌더 실패 감지, 자동 수리 흐름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BE6F2-B061-4D89-AF5A-D9FDB9C2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7150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구조를 나눠두어서 모델 교체, 기능 추가, 배포 환경 변경에 대응하기 쉽다.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D5E13D-AC30-4330-AAEE-4A64FF2F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67896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4CC9CD-58CB-4178-8B21-E54FAE7B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34EC4-4225-47AB-A18F-0D377674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활용도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7B468-9458-4C58-AE49-56D5C25D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1CA899-94A7-4DED-BEB9-7C7959A5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0955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1)   Codex/ChatGPT로 요구사항 정리 및 기능 설계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C1A91-8907-4F17-9305-76A5ACAB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813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2)   Vue 3, Express, API 연동 코드 작성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A84250-FAEB-47D7-B4DE-7B0BF1BA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671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3)   iframe 포커스, 리셋 공백, API 오류 롤백 문제 디버깅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DEF52-8944-4959-86FA-163328A8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529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4)   Gemini/OpenAI API로 사용자 요청을 게임 HTML로 변환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A8000-ED04-449C-8EFB-13963E01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387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5)   README, GitHub 공개, Render 배포, 발표 자료 구성까지 AI와 함께 진행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0C82A-F79F-4FE1-A803-38B67DF9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810250"/>
            <a:ext cx="857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AI를 단순 생성기가 아니라 기획·구현·검증·개선 루프 전체에 활용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C6825-F62C-4E9C-AB09-BD4572A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69530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AB7B48-6DEC-4663-98DC-D218AF8E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A70FF-F501-45F6-8ED6-44D8DE4C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평가 항목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7ABF7-20E7-4605-95D9-BF19365C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9B97B-4AE6-4B97-AA3E-D8D0ED84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57325"/>
            <a:ext cx="3143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1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예상 평가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1807D-EEF8-41AF-8B8C-681D24B1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0"/>
            <a:ext cx="342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7D4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F68BA-615B-424A-9121-A672BA3E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28800"/>
            <a:ext cx="320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채점 항목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BF073-2FD7-4D1C-8EF1-2890C493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14500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7D4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0F3B0-B8D9-4457-8493-CD0A400D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28800"/>
            <a:ext cx="1390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점수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33FA88-1419-49E0-847A-397F7905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714500"/>
            <a:ext cx="657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7D4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2EBDE-56E3-4555-A026-0BEBFD55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28800"/>
            <a:ext cx="6343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비고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2F221-18A6-40AE-9075-FDE36F20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86000"/>
            <a:ext cx="342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CBF648-F788-4FFB-9228-0B8486CA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00300"/>
            <a:ext cx="320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완성도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A62F1-4FC3-450D-9AFB-30DE2575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860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6FD1F-4563-42FE-9408-AAADBA79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0300"/>
            <a:ext cx="1390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DDEFC-5E07-4C2A-A3CA-81EBDD0A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86000"/>
            <a:ext cx="657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9E0BD-0B87-4B47-9902-12B8791C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00300"/>
            <a:ext cx="634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배포 URL, 빌드 통과, 게임 생성·수정·실행·저장 흐름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4EC92-D46B-4C22-BCF7-36323A54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33700"/>
            <a:ext cx="342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1873F1-C14C-4866-99C0-A92D7225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48000"/>
            <a:ext cx="320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아이디어 구체화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78F79-5C12-4249-944D-7AFBA75B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337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46E2E-85F7-476D-B80A-466F5A59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48000"/>
            <a:ext cx="1390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FABE82-1F5B-4E06-AC82-A45363D2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33700"/>
            <a:ext cx="657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5292CB-FFC6-40D8-940C-8888D921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48000"/>
            <a:ext cx="634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요구사항을 기능/안정성/확장성으로 나누고 실제 기능으로 구현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FA026E-7AFC-4819-B72C-6838ACA8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581400"/>
            <a:ext cx="342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C97C9B-07A8-4AA8-8E1E-2ACE2574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695700"/>
            <a:ext cx="320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창의성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200835-F158-49C0-84D0-1A9F837E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814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0A8A66-3C6C-4354-972E-85E7B6B0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95700"/>
            <a:ext cx="1390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5DB2D4-472B-49CD-9953-FAD62E3D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81400"/>
            <a:ext cx="657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E7F6E7-A7C2-4690-BE22-7C1FFC1C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95700"/>
            <a:ext cx="634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게임을 바로 플레이하고 대화로 계속 개선하는 제작 루프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355309-3584-434D-AEBE-92B2C7E1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29100"/>
            <a:ext cx="342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0CB62D-D728-44C7-936E-3A336938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343400"/>
            <a:ext cx="320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지속 가능성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D017F6-E8E1-49EC-85DB-CF74B84B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291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D278DB-F687-42E7-A8C3-1EB8FD45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1390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888EAF-0CA7-49EE-B29B-D226C7BA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29100"/>
            <a:ext cx="657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231CE4-5FED-4BB7-A5C0-79B9C593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43400"/>
            <a:ext cx="634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Provider 교체, Render 배포, GitHub 공개, JSON 백업 구조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FBBEC0-E0E9-4AAE-8F1A-9E0DFF0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876800"/>
            <a:ext cx="342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103814-26C2-40ED-ACDA-3664437A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991100"/>
            <a:ext cx="320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활용도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C1DC8C-FE55-4BBE-9869-4D695DE7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8768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C100E5-D92A-4A45-A70A-81585F34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991100"/>
            <a:ext cx="1390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F35671-318D-4A62-B618-772D1013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76800"/>
            <a:ext cx="657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AB7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F1DCB4-8531-49ED-B5B7-8F779B2A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991100"/>
            <a:ext cx="634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Codex/ChatGPT와 Gemini/OpenAI를 기획·구현·디버깅·생성에 활용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8AF3CE-AD57-4A85-83F0-9E56E40C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24500"/>
            <a:ext cx="342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09A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7C2F7A-8519-48AC-9715-AF583B5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638800"/>
            <a:ext cx="320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총점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12A42D-48B7-4509-8108-EE413025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524500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09A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C41A4C-E9F8-4826-A6EB-CDA85D44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638800"/>
            <a:ext cx="1390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50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71B0FE-F21F-45B8-867D-5867FC47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524500"/>
            <a:ext cx="657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09A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873B845-FB6A-4B6C-9E8F-EE01FF4B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638800"/>
            <a:ext cx="6343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실제 데모와 GitHub 자료로 증명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E4ED2A-855C-4A27-A5FB-B6608419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05150"/>
            <a:ext cx="609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66675">
            <a:solidFill>
              <a:srgbClr val="B9626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56F66B-7EA9-4B7B-9DF3-F577B5BD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404869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FC47F8-FE65-48BB-BC84-A732CAE2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BC1D4-02C6-489C-85E2-003ECA62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340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39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B8AE6-6C5C-4FCA-B47C-944FD4FB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62075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A8139-D68E-4E86-AE86-7783239F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38375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 미니 게임 메이커는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72740-73E3-4234-8045-B6D6A97E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480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7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요구사항 정리 → 설계 → 구현 → 배포 → 데모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D36D0-6243-4BB8-83A1-74BFA306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05250"/>
            <a:ext cx="809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40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흐름을 하나의 웹 프로젝트로 완성한 결과물입니다.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98A0D-277B-4230-84C8-04AD622A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53000"/>
            <a:ext cx="647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59CA2-578A-42B3-880C-FFD5FC30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86375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ai-mini-game-maker.onrender.com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56EB02-592A-4598-9859-01CFD54A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61975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github.com/pleto333/ai-mini-game-maker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C5EE5B-37B8-4238-9B0E-DF305557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048375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Q&amp;A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EDC972-338A-4B58-BE78-F0235F29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4840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1EEEE"/>
                </a:solidFill>
                <a:latin typeface="Batang"/>
                <a:ea typeface="Batang"/>
                <a:cs typeface="Batang"/>
              </a:defRPr>
            </a:pPr>
            <a:r>
              <a:rPr sz="1275" b="0">
                <a:solidFill>
                  <a:srgbClr val="F1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37789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2026-05-21T14:39:44.2180000Z</dcterms:created>
  <dcterms:modified xsi:type="dcterms:W3CDTF">2026-05-21T14:39:44.2180000Z</dcterms:modified>
</coreProperties>
</file>