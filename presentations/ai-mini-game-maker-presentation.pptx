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4d86a1fcf04b8e" /><Relationship Type="http://schemas.openxmlformats.org/officeDocument/2006/relationships/extended-properties" Target="/docProps/app.xml" Id="Rd3da83a0ba084e2e" /><Relationship Type="http://schemas.openxmlformats.org/officeDocument/2006/relationships/officeDocument" Target="/ppt/presentation.xml" Id="R5f19ff71fb2b4c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409a5bebd409c"/>
  </p:sldMasterIdLst>
  <p:notesMasterIdLst>
    <p:notesMasterId xmlns:r="http://schemas.openxmlformats.org/officeDocument/2006/relationships" r:id="Rcc36f18b1f524511"/>
  </p:notesMasterIdLst>
  <p:sldIdLst>
    <p:sldId xmlns:r="http://schemas.openxmlformats.org/officeDocument/2006/relationships" id="256" r:id="R3c0fe7f862974f9b"/>
    <p:sldId xmlns:r="http://schemas.openxmlformats.org/officeDocument/2006/relationships" id="257" r:id="R8c02e5943caa4343"/>
    <p:sldId xmlns:r="http://schemas.openxmlformats.org/officeDocument/2006/relationships" id="258" r:id="R92e5c579fd2b4a1c"/>
    <p:sldId xmlns:r="http://schemas.openxmlformats.org/officeDocument/2006/relationships" id="259" r:id="Rf396aa4cca484995"/>
    <p:sldId xmlns:r="http://schemas.openxmlformats.org/officeDocument/2006/relationships" id="260" r:id="R27018989eeea4d56"/>
    <p:sldId xmlns:r="http://schemas.openxmlformats.org/officeDocument/2006/relationships" id="261" r:id="R651d0377ecbb4fab"/>
    <p:sldId xmlns:r="http://schemas.openxmlformats.org/officeDocument/2006/relationships" id="262" r:id="R990db1e9e14d4977"/>
    <p:sldId xmlns:r="http://schemas.openxmlformats.org/officeDocument/2006/relationships" id="263" r:id="R46e985ad706441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409a5bebd409c" /><Relationship Type="http://schemas.openxmlformats.org/officeDocument/2006/relationships/theme" Target="/ppt/theme/theme1.xml" Id="R181e71c52f684656" /><Relationship Type="http://schemas.openxmlformats.org/officeDocument/2006/relationships/notesMaster" Target="/ppt/notesMasters/notesMaster1.xml" Id="Rcc36f18b1f524511" /><Relationship Type="http://schemas.openxmlformats.org/officeDocument/2006/relationships/presProps" Target="/ppt/presProps.xml" Id="R132a288e50da4399" /><Relationship Type="http://schemas.openxmlformats.org/officeDocument/2006/relationships/viewProps" Target="/ppt/viewProps.xml" Id="R096ed097d79e4e50" /><Relationship Type="http://schemas.openxmlformats.org/officeDocument/2006/relationships/tableStyles" Target="/ppt/tableStyles.xml" Id="Ra944105b87384f9e" /><Relationship Type="http://schemas.openxmlformats.org/officeDocument/2006/relationships/slide" Target="/ppt/slides/slide1.xml" Id="R3c0fe7f862974f9b" /><Relationship Type="http://schemas.openxmlformats.org/officeDocument/2006/relationships/slide" Target="/ppt/slides/slide2.xml" Id="R8c02e5943caa4343" /><Relationship Type="http://schemas.openxmlformats.org/officeDocument/2006/relationships/slide" Target="/ppt/slides/slide3.xml" Id="R92e5c579fd2b4a1c" /><Relationship Type="http://schemas.openxmlformats.org/officeDocument/2006/relationships/slide" Target="/ppt/slides/slide4.xml" Id="Rf396aa4cca484995" /><Relationship Type="http://schemas.openxmlformats.org/officeDocument/2006/relationships/slide" Target="/ppt/slides/slide5.xml" Id="R27018989eeea4d56" /><Relationship Type="http://schemas.openxmlformats.org/officeDocument/2006/relationships/slide" Target="/ppt/slides/slide6.xml" Id="R651d0377ecbb4fab" /><Relationship Type="http://schemas.openxmlformats.org/officeDocument/2006/relationships/slide" Target="/ppt/slides/slide7.xml" Id="R990db1e9e14d4977" /><Relationship Type="http://schemas.openxmlformats.org/officeDocument/2006/relationships/slide" Target="/ppt/slides/slide8.xml" Id="R46e985ad7064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943189cf3a44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5ec0a05244428" /><Relationship Type="http://schemas.openxmlformats.org/officeDocument/2006/relationships/notesMaster" Target="/ppt/notesMasters/notesMaster1.xml" Id="R3b93c610b95e4c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73c06fb7e4ea0" /><Relationship Type="http://schemas.openxmlformats.org/officeDocument/2006/relationships/notesMaster" Target="/ppt/notesMasters/notesMaster1.xml" Id="R1772fffbe072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2a6d6adcf64de7" /><Relationship Type="http://schemas.openxmlformats.org/officeDocument/2006/relationships/notesMaster" Target="/ppt/notesMasters/notesMaster1.xml" Id="Rb6609db8061a4f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bf832952de4e90" /><Relationship Type="http://schemas.openxmlformats.org/officeDocument/2006/relationships/notesMaster" Target="/ppt/notesMasters/notesMaster1.xml" Id="R06fc66d528714d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83b5575844912" /><Relationship Type="http://schemas.openxmlformats.org/officeDocument/2006/relationships/notesMaster" Target="/ppt/notesMasters/notesMaster1.xml" Id="R7a4d61b5c69f4b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36f7a6493b4b51" /><Relationship Type="http://schemas.openxmlformats.org/officeDocument/2006/relationships/notesMaster" Target="/ppt/notesMasters/notesMaster1.xml" Id="R930c5e4a10e140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46ece0e2194117" /><Relationship Type="http://schemas.openxmlformats.org/officeDocument/2006/relationships/notesMaster" Target="/ppt/notesMasters/notesMaster1.xml" Id="R40b93aa83eb04d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ca4b43410c41a3" /><Relationship Type="http://schemas.openxmlformats.org/officeDocument/2006/relationships/notesMaster" Target="/ppt/notesMasters/notesMaster1.xml" Id="R18fbf262e852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eaf392a48421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a2c7d1edd14c48" /><Relationship Type="http://schemas.openxmlformats.org/officeDocument/2006/relationships/slideLayout" Target="/ppt/slideLayouts/slideLayout2.xml" Id="R87d2788c1dbb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d2788c1dbb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2c5bcfd0b41db" /><Relationship Type="http://schemas.openxmlformats.org/officeDocument/2006/relationships/notesSlide" Target="/ppt/notesSlides/notesSlide1.xml" Id="Ra61b745b9f5740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9a30e2bc4408d" /><Relationship Type="http://schemas.openxmlformats.org/officeDocument/2006/relationships/notesSlide" Target="/ppt/notesSlides/notesSlide2.xml" Id="R50a83ed88ea8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00f911d1264248" /><Relationship Type="http://schemas.openxmlformats.org/officeDocument/2006/relationships/notesSlide" Target="/ppt/notesSlides/notesSlide3.xml" Id="Rc9c4da53ee97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4a43690672476b" /><Relationship Type="http://schemas.openxmlformats.org/officeDocument/2006/relationships/notesSlide" Target="/ppt/notesSlides/notesSlide4.xml" Id="Refd83861448b48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6efb10f43438a" /><Relationship Type="http://schemas.openxmlformats.org/officeDocument/2006/relationships/notesSlide" Target="/ppt/notesSlides/notesSlide5.xml" Id="R00a4a1dfc0994b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3d0a61aeb04bdc" /><Relationship Type="http://schemas.openxmlformats.org/officeDocument/2006/relationships/notesSlide" Target="/ppt/notesSlides/notesSlide6.xml" Id="R9648024855e14e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fd25bfa0d4962" /><Relationship Type="http://schemas.openxmlformats.org/officeDocument/2006/relationships/notesSlide" Target="/ppt/notesSlides/notesSlide7.xml" Id="R79f26e4f3495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0b2cd33204ec9" /><Relationship Type="http://schemas.openxmlformats.org/officeDocument/2006/relationships/notesSlide" Target="/ppt/notesSlides/notesSlide8.xml" Id="R55735fd8ea7245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C7E31-DC2D-48BF-ADB7-F5904E34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1791C-9169-45DF-810D-2C44AECC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발표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17A84-0C1C-4504-8F7D-868F93F8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22DD5-2E18-49D6-95CE-7920E8E8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5732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 미니 게임 메이커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7178-9E1A-41FD-8BAF-F5B567F8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95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1)   프로젝트 배경 개요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9D516-5B0F-4AED-805B-E4B33FF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2)   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7E150-F049-4D9C-990E-A6EC5CE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528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3)   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609F2-5FAC-464A-AB36-673D0EA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814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4)   AI 활용도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2055E-0FEC-4FB8-9EDB-65244619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101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5)   기대 효과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49D4B-95E9-4EA7-B0A2-00E0F12C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387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6)   평가 항목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D4D44-4584-47CB-932C-497E64EE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674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69AC1-EAE3-44C5-8AEA-9BA64D5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58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C3978-0482-48C6-B81E-C730092A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6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발표 시간 5분</a:t>
            </a:r>
          </a:p>
          <a:p xmlns:a="http://schemas.openxmlformats.org/drawingml/2006/main">
            <a:pPr algn="l">
              <a:defRPr sz="26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6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+ 질의 응답 7분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9D038-DDF3-4B79-B38F-EF17002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1875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C5FCB-6177-4383-A2E8-F94DD3AC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2DE5F-3F8D-4A3C-A0EF-B409045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프로젝트 배경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A8A85-454C-4C3F-AECA-EDBFAFB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CA8C9-527D-4DEF-B3E0-196B859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431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5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프로젝트명: AI 미니 게임 메이커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3D28-E348-4462-9457-D13D5FC6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900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1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목표: 사용자가 자연어로 요구사항을 입력하면,</a:t>
            </a:r>
          </a:p>
          <a:p xmlns:a="http://schemas.openxmlformats.org/drawingml/2006/main">
            <a:pPr algn="l">
              <a:defRPr sz="21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1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AI가 즉시 실행 가능한 HTML5 미니 게임을 생성하고</a:t>
            </a:r>
          </a:p>
          <a:p xmlns:a="http://schemas.openxmlformats.org/drawingml/2006/main">
            <a:pPr algn="l">
              <a:defRPr sz="21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1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대화를 통해 계속 수정·고도화할 수 있게 만드는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3DEAD-612C-473F-9451-B6502A45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F722D-C31B-4E18-B1AD-839DFF5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91075"/>
            <a:ext cx="2371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04545-B339-4A2B-971C-258C3519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29225"/>
            <a:ext cx="2371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6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아이디어는 있어도 직접 게임 코드를 작성하기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181F7-5849-418D-A04A-D8D5D809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FD9F8-3AFB-4049-83E4-06A9C52D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91075"/>
            <a:ext cx="2371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해결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E3F8D-03A3-44E6-908C-51FA0348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29225"/>
            <a:ext cx="2371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6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AI가 단일 HTML 게임 코드를 생성하고 바로 실행한다.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15BFB-CD72-479F-854C-BE4E4EBD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31CDC-CCEE-40B2-A711-E14ECF0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91075"/>
            <a:ext cx="2371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차별점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5A912-0EAE-4B32-879F-112A6B8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29225"/>
            <a:ext cx="2371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6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생성 후 끝이 아니라 대화로 계속 업그레이드한다.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55AE3-E963-4657-B8EC-B3DFFA05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28158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C87FF-0A29-43C6-ACC6-8020C8B3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15A43-9C6F-4BBA-AB3D-D0468A0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D61A5-720D-4D05-8C41-C48ED00B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58EEF-8689-4EA5-B7C6-E2E2F88E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좌측 40%: 프롬프트·대화 영역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05798-BE55-4830-8BE5-58831F25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우측 60%: 게임 실행·코드 보기 영역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15568-9C67-42D4-9876-A134DCC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667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D8391-CC40-4D8B-BA50-7AB2603D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28950"/>
            <a:ext cx="3324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대화형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3510F-8790-44AE-9867-E2C9113D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67100"/>
            <a:ext cx="33242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게임 생성 요청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추가 수정 요청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이미지 에셋 첨부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프리셋/수정 모드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38C17-68CA-425A-81C5-20A9285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667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A4B8-FD43-4035-94B4-B4941F97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3324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결과물 뷰어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050CC-A30B-4F10-BB96-9152ACA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33242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iframe 게임 실행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소스코드 보기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안전 리셋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HTML 파일 내보내기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7569E-6A1A-42D6-B986-81FB305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76625"/>
            <a:ext cx="1381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52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B1053-CCF3-4153-A7A3-1951EC2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0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Express API가 현재 코드와 요청을 조합해 Gemini/OpenAI 모델에 전달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635FB-979A-4783-8D41-3674479C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57165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B064B-CDC6-40C7-943B-06CEA665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B6AA-FAED-43D1-A8BA-63331A3E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24771-CDCD-4F7A-BF7D-17DE066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126D7-73C8-4B53-9A1F-5A40CC6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95B49-8647-44E9-B689-A077FB76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19325"/>
            <a:ext cx="2609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1) 게임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A5C8D-B845-416D-81E5-A9D3BF80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57475"/>
            <a:ext cx="2609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프롬프트를 기반으로</a:t>
            </a:r>
          </a:p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CSS/JS 포함 단일 HTML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9E102-A4DC-4B7A-8B04-79C93B76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47875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5848D-BE06-4A84-A53E-BB6DF090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19325"/>
            <a:ext cx="2609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2) 게임 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FFF63-1383-470B-991E-0B3F38C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57475"/>
            <a:ext cx="2609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기존 코드를 포함해</a:t>
            </a:r>
          </a:p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전체 HTML을 다시 재작성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7A471-78E2-4DAA-AC9C-1227BBC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C8E1C-592D-4774-8D3C-0E5BA67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19325"/>
            <a:ext cx="2609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3) 즉시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D10B2-DA1A-452C-A311-F320512E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57475"/>
            <a:ext cx="2609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iframe에</a:t>
            </a:r>
          </a:p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동적으로 HTML 주입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B2C97-D41A-4B05-BF25-EE2E058F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00070-80EF-49B6-A83B-A3663DCC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67200"/>
            <a:ext cx="2609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4) 안전 리셋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EED51-3468-401F-B030-80E7DAF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05350"/>
            <a:ext cx="2609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부모 Vue에서 저장된 코드를</a:t>
            </a:r>
          </a:p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다시 주입해 공백 버그 방지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E5F60-789B-450D-98C0-69D4B0DC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E997C-97C7-483D-8F78-0622750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67200"/>
            <a:ext cx="2609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5) 저장/복원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CDD1F-1A50-40BE-862A-32F99E41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705350"/>
            <a:ext cx="2609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HTML 다운로드,</a:t>
            </a:r>
          </a:p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히스토리와 JSON 백업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DBAFF-E436-45BD-BAED-8202E33B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3D7E5-5FB9-4A6A-BB4E-C2CA451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67200"/>
            <a:ext cx="2609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6) 이미지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74F0A-E8C5-49D7-853D-ED8A21A6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05350"/>
            <a:ext cx="2609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업로드 이미지를</a:t>
            </a:r>
          </a:p>
          <a:p xmlns:a="http://schemas.openxmlformats.org/drawingml/2006/main">
            <a:pPr algn="l">
              <a:defRPr sz="15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게임 컨셉과 에셋으로 활용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E5BE5-BDDB-4DCD-8391-40CEB3C1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85373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4CD50-02CA-4DD3-A2A2-8517CBB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5DA65-468A-4FE3-8EF3-DBBED22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 활용도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05260-A19E-4A20-8913-F1584367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7B72A-CBC8-4AA6-89D1-4E9506C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3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1)   Codex/ChatGPT로 요구사항 정리 및 기능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58D67-BAB2-454D-8042-ADEC89ED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2892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3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2)   Vue 3, Express, API 연동 코드 작성 보조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FDBA7-9D4A-457A-B0BA-9BA6F30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3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3)   iframe 포커스, 리셋 공백, API 오류 롤백 문제 디버깅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4C39-E7A3-4539-9CA8-C1EC526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0052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3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4)   Gemini/OpenAI API로 사용자 요청을 게임 HTML로 변환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B8800-3E33-46A6-B1C1-6D15C4B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3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5)   README, GitHub 공개, 발표 자료 구성까지 AI와 함께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A3EF4-FA8E-497B-939F-58648AFE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AI를 단순 생성기가 아니라 기획·구현·검증·개선 루프 전체에 활용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ED102-D2E1-4245-96B5-74AF393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82384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359CD-3187-424A-B187-93AD950E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76F45-C997-46D9-8047-6450D69F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기대 효과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C4CD-687B-4913-9FB8-CCA15E4C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EE797-E835-44F3-96C9-4782D34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163CA-A4D3-46DB-8D87-2A09499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514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교육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753CE-0100-4930-B1DC-3E3904E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95600"/>
            <a:ext cx="2514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게임 구조와 인터랙션을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직접 플레이하면서 이해할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8FEA-5064-4088-B874-DDBC4917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0155D-51DD-4341-B7B8-03731FB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2514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프로토타입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7BA15-EEF2-4E27-AEF9-D0E5BCF1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95600"/>
            <a:ext cx="2514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짧은 시간 안에 아이디어를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실행 가능한 형태로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9844C-7FF6-44A7-8F15-B08959DD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F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FD9A4-24C5-4C95-A9C3-2BC8E35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57450"/>
            <a:ext cx="2514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서비스 확장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90438-2904-41A7-A73F-7593484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95600"/>
            <a:ext cx="2514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템플릿, 협업, 배포 자동화,</a:t>
            </a:r>
          </a:p>
          <a:p xmlns:a="http://schemas.openxmlformats.org/drawingml/2006/main">
            <a:pPr algn="l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멀티모달 입력으로 발전 가능하다.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49543-C87B-4EBB-AE1C-9622F61E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3400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1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결론: 일회성 게임 생성이 아니라 계속 저장하고 개선하는 제작 도구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57429-CE2A-472F-8C7F-830481C9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15834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BBB525-A05A-455A-9ECE-FD34C7B7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45416-C530-401F-8316-B6E1C027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평가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9746D-D8E1-4BA3-BBAD-E0B18D2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6F1E6-FEB4-451B-82D0-A8FAD2AE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5732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예상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81A04-9090-4EBF-944A-B80E5FE4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4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D4E92-CE58-4717-BB49-3D5FF230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28800"/>
            <a:ext cx="320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채점 항목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C9BF1-1239-4518-B157-3FAF6341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145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4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EB824-0299-401D-BF89-D425EB66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288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점수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6B2B6-98DF-4C68-AE18-36CCA33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14500"/>
            <a:ext cx="657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4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FF425-BA3B-40E2-B312-DBB4D30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28800"/>
            <a:ext cx="6343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비고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514C7-6652-441A-8A96-B47F4214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22808-B2BB-4DE4-B6FA-D3E443B6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0300"/>
            <a:ext cx="320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완성도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BF1BB-B730-4ECA-A661-E68ECC52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970A1-A130-4AAB-8837-59517418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5EDD1-37C4-4B31-A9FD-2976F829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860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80669-A52C-4442-B069-EDB074F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00300"/>
            <a:ext cx="634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코드 구현 완성도, 기능 구현 여부, 정상 작동 여부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40C7F-0F72-41F8-AE74-FAD0B3E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337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10757-6138-4E1B-A995-08D860C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0"/>
            <a:ext cx="320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아이디어 구체화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50328-1403-48F3-A497-F0B8736A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AED29-99E6-4A4F-B1BF-E6805B7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AA22E-01F2-4B30-96EB-E2C016C9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046EE-3C00-478D-B722-344AED52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634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프롬프트 분기, 수정 모드, 히스토리, 이미지 활용 등 구체 기능 구현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77EFA-81CF-4F99-B04D-F62D6387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814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3560A-3FA2-4228-84DC-11088034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95700"/>
            <a:ext cx="320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창의성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182EB-69B5-43EB-92B4-36218BD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D54A0-9803-418C-9BAC-27490DDD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957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5D347-523D-4133-AEAA-98D5E3AA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39D99-C2E2-47A0-AFB0-370510D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95700"/>
            <a:ext cx="634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기존 코드 생성기와 달리 게임을 바로 플레이하고 대화로 계속 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517F7F-DC22-4772-98D6-C885474F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CB2D6-9AE3-46E3-807F-AD16B85D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43400"/>
            <a:ext cx="320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지속 가능성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5A63B-45B4-4B3C-9391-5311F1EC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291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FEE1D4-9AD7-468F-9807-9B2A5B5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434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DCF24-6BCD-4CBC-923A-6887C8C9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1A7097-7CE9-4ECB-95D1-3CA2B837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634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GitHub 공개, JSON 백업, 제공자 선택, 배포 가능한 구조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869D1-6A4F-48E3-82EB-A0ABA84F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768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BCFC1-AC1F-4C9C-A453-240A5E12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91100"/>
            <a:ext cx="320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 활용도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71E235-0510-4FEB-9401-703759B5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768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89559B-4C41-42F6-BB5A-5FCA68E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911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3B35ED-0F04-48A3-93BD-5904A37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768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B7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FC2AF8-4250-449A-8111-1DF6DB0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91100"/>
            <a:ext cx="634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Codex/ChatGPT와 Gemini/OpenAI를 기획·구현·디버깅·생성에 활용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78B748-4E99-4E86-9B08-CCF1BA0E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09A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475188-1183-41E7-AC33-3A515F1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38800"/>
            <a:ext cx="320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총점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AD1050-9C1A-46AD-B2B7-68ACF10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2450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09A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7F55EF-C808-4973-8A2A-026261F4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388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8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50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5A9DC9-EEE0-4758-BE01-E56AD70B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0"/>
            <a:ext cx="657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09A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C7E3EF-1D7D-4DFD-BA31-6DB0049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38800"/>
            <a:ext cx="6343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실제 데모와 GitHub 자료로 증명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C3AB86-E66D-4128-BAA4-1B7F2BCF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60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B9626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FA4862-6D55-4F03-972C-4B1A660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322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8F152-35A4-43E1-A80E-0809F806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39D0B-5DF8-4163-83BB-731BEFE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39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DA1C4-4C01-45FD-BB31-61E89F57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4F99F-DA92-41E0-B646-317F8D91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33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55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AI 미니 게임 메이커는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CB82F-5950-4AB2-A976-DF9114C4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43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7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자연어 → 실행 가능한 게임 → 대화형 개선 → 저장/공유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9B183-7206-4AD0-8933-492EFB3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흐름을 하나의 웹 플랫폼으로 구현한 프로젝트입니다.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161C0-DA54-4486-953E-05E5746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94C45-EA89-4B16-ACA5-A1F75C5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8162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72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github.com/pleto333/ai-mini-game-maker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6276B-9F1C-4BF0-9E58-0D9B6B6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2400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DECC3-6E83-4636-899B-9660C09D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1EEEE"/>
                </a:solidFill>
                <a:latin typeface="Batang"/>
                <a:ea typeface="Batang"/>
                <a:cs typeface="Batang"/>
              </a:defRPr>
            </a:pPr>
            <a:r>
              <a:rPr sz="1275" b="0">
                <a:solidFill>
                  <a:srgbClr val="F1EEEE"/>
                </a:solidFill>
                <a:latin typeface="Batang"/>
                <a:ea typeface="Batang"/>
                <a:cs typeface="Batang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4653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2026-05-21T04:42:40.6220000Z</dcterms:created>
  <dcterms:modified xsi:type="dcterms:W3CDTF">2026-05-21T04:42:40.6220000Z</dcterms:modified>
</coreProperties>
</file>