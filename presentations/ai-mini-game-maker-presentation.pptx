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f0e5c713ea4502" /><Relationship Type="http://schemas.openxmlformats.org/officeDocument/2006/relationships/extended-properties" Target="/docProps/app.xml" Id="R3a264c9dd3da4572" /><Relationship Type="http://schemas.openxmlformats.org/officeDocument/2006/relationships/officeDocument" Target="/ppt/presentation.xml" Id="Rae2fbab79a574f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41a180e40a4f56"/>
  </p:sldMasterIdLst>
  <p:notesMasterIdLst>
    <p:notesMasterId xmlns:r="http://schemas.openxmlformats.org/officeDocument/2006/relationships" r:id="Rf4a727e11ee541b6"/>
  </p:notesMasterIdLst>
  <p:sldIdLst>
    <p:sldId xmlns:r="http://schemas.openxmlformats.org/officeDocument/2006/relationships" id="256" r:id="R6945d24e8cf94204"/>
    <p:sldId xmlns:r="http://schemas.openxmlformats.org/officeDocument/2006/relationships" id="257" r:id="R73500b7c6b1e44ea"/>
    <p:sldId xmlns:r="http://schemas.openxmlformats.org/officeDocument/2006/relationships" id="258" r:id="R453628e819d3437d"/>
    <p:sldId xmlns:r="http://schemas.openxmlformats.org/officeDocument/2006/relationships" id="259" r:id="Rbf5609d39c2a4fc9"/>
    <p:sldId xmlns:r="http://schemas.openxmlformats.org/officeDocument/2006/relationships" id="260" r:id="R1fbb7c0e73424712"/>
    <p:sldId xmlns:r="http://schemas.openxmlformats.org/officeDocument/2006/relationships" id="261" r:id="R06b36bd3bc04484f"/>
    <p:sldId xmlns:r="http://schemas.openxmlformats.org/officeDocument/2006/relationships" id="262" r:id="R730d2b754f654495"/>
    <p:sldId xmlns:r="http://schemas.openxmlformats.org/officeDocument/2006/relationships" id="263" r:id="R63d6d62f0127467c"/>
    <p:sldId xmlns:r="http://schemas.openxmlformats.org/officeDocument/2006/relationships" id="264" r:id="R5342c3e2293d412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41a180e40a4f56" /><Relationship Type="http://schemas.openxmlformats.org/officeDocument/2006/relationships/theme" Target="/ppt/theme/theme1.xml" Id="R65bd5575a4344a98" /><Relationship Type="http://schemas.openxmlformats.org/officeDocument/2006/relationships/notesMaster" Target="/ppt/notesMasters/notesMaster1.xml" Id="Rf4a727e11ee541b6" /><Relationship Type="http://schemas.openxmlformats.org/officeDocument/2006/relationships/presProps" Target="/ppt/presProps.xml" Id="Rca047b3098474c03" /><Relationship Type="http://schemas.openxmlformats.org/officeDocument/2006/relationships/viewProps" Target="/ppt/viewProps.xml" Id="R69001c0c9bc14eaf" /><Relationship Type="http://schemas.openxmlformats.org/officeDocument/2006/relationships/tableStyles" Target="/ppt/tableStyles.xml" Id="Rb5d6f1d1d0674a93" /><Relationship Type="http://schemas.openxmlformats.org/officeDocument/2006/relationships/slide" Target="/ppt/slides/slide1.xml" Id="R6945d24e8cf94204" /><Relationship Type="http://schemas.openxmlformats.org/officeDocument/2006/relationships/slide" Target="/ppt/slides/slide2.xml" Id="R73500b7c6b1e44ea" /><Relationship Type="http://schemas.openxmlformats.org/officeDocument/2006/relationships/slide" Target="/ppt/slides/slide3.xml" Id="R453628e819d3437d" /><Relationship Type="http://schemas.openxmlformats.org/officeDocument/2006/relationships/slide" Target="/ppt/slides/slide4.xml" Id="Rbf5609d39c2a4fc9" /><Relationship Type="http://schemas.openxmlformats.org/officeDocument/2006/relationships/slide" Target="/ppt/slides/slide5.xml" Id="R1fbb7c0e73424712" /><Relationship Type="http://schemas.openxmlformats.org/officeDocument/2006/relationships/slide" Target="/ppt/slides/slide6.xml" Id="R06b36bd3bc04484f" /><Relationship Type="http://schemas.openxmlformats.org/officeDocument/2006/relationships/slide" Target="/ppt/slides/slide7.xml" Id="R730d2b754f654495" /><Relationship Type="http://schemas.openxmlformats.org/officeDocument/2006/relationships/slide" Target="/ppt/slides/slide8.xml" Id="R63d6d62f0127467c" /><Relationship Type="http://schemas.openxmlformats.org/officeDocument/2006/relationships/slide" Target="/ppt/slides/slide9.xml" Id="R5342c3e2293d41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31366aaa7a44c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5cb72f75584832" /><Relationship Type="http://schemas.openxmlformats.org/officeDocument/2006/relationships/notesMaster" Target="/ppt/notesMasters/notesMaster1.xml" Id="Rd11af1c508e94a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a4864f9a21486b" /><Relationship Type="http://schemas.openxmlformats.org/officeDocument/2006/relationships/notesMaster" Target="/ppt/notesMasters/notesMaster1.xml" Id="R0809ae9e76d940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580907ba224413" /><Relationship Type="http://schemas.openxmlformats.org/officeDocument/2006/relationships/notesMaster" Target="/ppt/notesMasters/notesMaster1.xml" Id="R16dd2a963e6b44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8f90785e7c44c6" /><Relationship Type="http://schemas.openxmlformats.org/officeDocument/2006/relationships/notesMaster" Target="/ppt/notesMasters/notesMaster1.xml" Id="Rcc110ac5127947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1e13ca16ab4b0a" /><Relationship Type="http://schemas.openxmlformats.org/officeDocument/2006/relationships/notesMaster" Target="/ppt/notesMasters/notesMaster1.xml" Id="R64b02fd2760940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06e0cd502947df" /><Relationship Type="http://schemas.openxmlformats.org/officeDocument/2006/relationships/notesMaster" Target="/ppt/notesMasters/notesMaster1.xml" Id="Rf692c43aaf8348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66096013db4e55" /><Relationship Type="http://schemas.openxmlformats.org/officeDocument/2006/relationships/notesMaster" Target="/ppt/notesMasters/notesMaster1.xml" Id="R3a795bc7fa3242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1bb4422b134551" /><Relationship Type="http://schemas.openxmlformats.org/officeDocument/2006/relationships/notesMaster" Target="/ppt/notesMasters/notesMaster1.xml" Id="R5c952c6350754f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3e7de9ad1e434f" /><Relationship Type="http://schemas.openxmlformats.org/officeDocument/2006/relationships/notesMaster" Target="/ppt/notesMasters/notesMaster1.xml" Id="R2980716f67e643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a04f127be64e7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d8f5c3132a64493" /><Relationship Type="http://schemas.openxmlformats.org/officeDocument/2006/relationships/slideLayout" Target="/ppt/slideLayouts/slideLayout2.xml" Id="Ra5cf07de944f4a0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cf07de944f4a0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ff95ebe68742a5" /><Relationship Type="http://schemas.openxmlformats.org/officeDocument/2006/relationships/notesSlide" Target="/ppt/notesSlides/notesSlide1.xml" Id="Rb0c6cbccd83d48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3e6407e8ef4c93" /><Relationship Type="http://schemas.openxmlformats.org/officeDocument/2006/relationships/notesSlide" Target="/ppt/notesSlides/notesSlide2.xml" Id="R5015e506ba3e4c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78de67a22d4379" /><Relationship Type="http://schemas.openxmlformats.org/officeDocument/2006/relationships/notesSlide" Target="/ppt/notesSlides/notesSlide3.xml" Id="Rb1c21726ab3e48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b06f363ef74c68" /><Relationship Type="http://schemas.openxmlformats.org/officeDocument/2006/relationships/notesSlide" Target="/ppt/notesSlides/notesSlide4.xml" Id="R3e20504bb58048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a0b992f1a94253" /><Relationship Type="http://schemas.openxmlformats.org/officeDocument/2006/relationships/notesSlide" Target="/ppt/notesSlides/notesSlide5.xml" Id="R6ea2982ecfe54b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a4529ba856444d" /><Relationship Type="http://schemas.openxmlformats.org/officeDocument/2006/relationships/notesSlide" Target="/ppt/notesSlides/notesSlide6.xml" Id="Rac66260c104747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6379eebc234650" /><Relationship Type="http://schemas.openxmlformats.org/officeDocument/2006/relationships/notesSlide" Target="/ppt/notesSlides/notesSlide7.xml" Id="R7c26cb56a4ff42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1d8597e19546d8" /><Relationship Type="http://schemas.openxmlformats.org/officeDocument/2006/relationships/notesSlide" Target="/ppt/notesSlides/notesSlide8.xml" Id="Rf0c98ffa661243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bb61c034264385" /><Relationship Type="http://schemas.openxmlformats.org/officeDocument/2006/relationships/notesSlide" Target="/ppt/notesSlides/notesSlide9.xml" Id="Rfd55514131c8435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D3463D-DC50-48FD-A231-CCE67F81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CCD40-078D-4E42-A533-FAC32D50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AI 미니 게임 메이커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48D82-543B-418A-8FDF-C31368E0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9D270B-5C3D-41C1-8489-F9023D1D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발표 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6C2472-879E-4B1C-ACA3-5C81DEA6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81300"/>
            <a:ext cx="819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3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자연어 대화로 HTML5 미니 게임을 생성하고,</a:t>
            </a:r>
          </a:p>
          <a:p xmlns:a="http://schemas.openxmlformats.org/drawingml/2006/main">
            <a:pPr algn="ctr">
              <a:defRPr sz="23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3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수정 요청을 통해 즉시 실행 가능한 전체 코드를 반복 개선하는 플랫폼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116535-4B23-4BB0-85A3-9F82A3F6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86250"/>
            <a:ext cx="5410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6C3DD-B98E-40AF-BFE1-D79B4BB7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910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7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Vue 3 · Express · Gemini/OpenAI · iframe 런타임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546FE-2976-4C10-8A79-E6A02502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4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GitHub: github.com/pleto333/ai-mini-game-maker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D75272-A199-443B-A2B0-CCA6179A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5311285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B8CFE6-3F7F-4AAC-85E2-659F5BCA2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E75B0-C6F4-4EEC-8718-03BCCCD1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발표 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5A950-C421-4632-905A-7AB38741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1064A-504D-4513-A02F-D51D5B12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(구성)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33A31-1F99-41D5-8EC4-3CDEAD34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43125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1)   프로젝트 배경 개요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ED048-716F-400C-BC71-82AC5376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86075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2)   설계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63F575-1EF1-4A9B-B1DD-DFB2CE69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29025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3)   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D3DCDA-280C-46F0-81BA-62B39517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71975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4)   AI 활용도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912B4-181E-4596-8340-A750070A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14925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5)   기대 효과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B2A8E6-DF69-454F-AA8A-6CF09C7B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857875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3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C8D5E-3F42-4046-974A-B198C78F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314700"/>
            <a:ext cx="1571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57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ECE09-2EE0-4520-9082-1F7620BC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21945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6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발표 시간 5분</a:t>
            </a:r>
          </a:p>
          <a:p xmlns:a="http://schemas.openxmlformats.org/drawingml/2006/main">
            <a:pPr algn="l">
              <a:defRPr sz="26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6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+ 질의 응답 7분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87703B-9CF6-4782-B80A-B01F9C5A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9853045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890773-4834-4196-851D-66F3E645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4410C-CBBB-493B-ACAA-A39761A4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프로젝트 배경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49C848-26B9-4B1C-A475-C4DDA14C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99730-323B-480D-A595-8D3A67B4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왜 필요한가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1D85A-FD92-4718-8D06-C54845E1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2952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F674E6-36B1-4D1B-ABF8-24DACEE7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86025"/>
            <a:ext cx="2609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문제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04C5C9-C1E2-4BB0-88FD-24907778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86075"/>
            <a:ext cx="2609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게임 아이디어는 빠르게 떠오르지만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직접 HTML/CSS/JS를 짜기까지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시간과 진입 장벽이 크다.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33804-D993-44DC-A6B3-53A677B4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33625"/>
            <a:ext cx="2952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59165-5AFD-4D6B-BE3A-4E34F1A1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486025"/>
            <a:ext cx="2609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해결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98F620-547C-40D6-ABC7-5628676D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886075"/>
            <a:ext cx="2609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사용자는 대화로 요구사항을 말하고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AI는 실행 가능한 단일 HTML 게임을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즉시 생성한다.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672575-7155-4B74-90E6-255C9EF0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2952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D6AF8-062F-45AC-95AB-E1344F9B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86025"/>
            <a:ext cx="2609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가치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F62D0-4EF7-4708-82CB-8A74767A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86075"/>
            <a:ext cx="2609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완성된 결과를 바로 플레이하고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수정, 저장, 공유, 재사용까지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한 흐름에서 처리한다.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9882E0-3429-410F-B13E-CF83499D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334000"/>
            <a:ext cx="8858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0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핵심 아이디어: ‘말로 기획 → 바로 플레이 → 다시 대화로 업그레이드’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5E699-3ADA-434D-AF51-778D3036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662675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F94F5D-0B22-4E4C-9C00-F0962757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BFEE5-6499-4D93-A78A-2E7268DF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4C5B9-AB38-4D00-A3D2-61D763F5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6F985E-3045-450E-883D-1B436C2D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전체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BD3A2-5C31-4665-B810-B711CD8E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000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58448-9575-4301-8184-5D03EF5D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1695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Vue 3</a:t>
            </a:r>
          </a:p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프롬프트·대화 UI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AA88E-1E97-425C-B3F6-97B7D411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2000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EF6F32-80E1-4BE8-8E1F-CA8B1F56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81300"/>
            <a:ext cx="1695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Express API</a:t>
            </a:r>
          </a:p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프롬프트 분기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F6CD4-0F33-4512-81B9-D5DDCE26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2000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F8010-6E23-490B-9F5B-C263D3A2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81300"/>
            <a:ext cx="1695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Gemini/OpenAI</a:t>
            </a:r>
          </a:p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게임 코드 생성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24A1CF-D4C0-474C-9414-16B56FDC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71750"/>
            <a:ext cx="2000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324847-8E8E-48A2-A835-9525C1BD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695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iframe</a:t>
            </a:r>
          </a:p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실시간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06C97-E431-4E46-A663-FE995E70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81300"/>
            <a:ext cx="43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1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82EEF6-9729-4918-9F9D-8351EF4B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81300"/>
            <a:ext cx="43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1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7EDB0-BB28-41BD-AA8E-01950D66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81300"/>
            <a:ext cx="43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1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B59538-3DF4-4967-B198-E99EBA73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하단 저장 계층: localStorage · 버전 히스토리 · 이미지 에셋 · JSON 가져오기/내보내기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433062-1778-4A9D-B64B-9D709BF4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33338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4BBC77-0540-4D85-B8A6-D69C651B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31C73-9D0B-4C3B-A7E6-38A5DECC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9ADBF-725B-4F08-8CA7-C41F7D52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11C08-2EAA-40BA-807B-FC062892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주요 기능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9C76C-9470-4A69-A5B1-24CC222C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3095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571A2-3798-4DF5-B218-6DACF353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752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생성/수정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499FC-7485-4F71-BC99-5F3818BA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43200"/>
            <a:ext cx="2752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최초 요청은 새 게임 생성,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이후 요청은 기존 전체 HTML을 바탕으로 재작성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BB320-7787-4B9B-8B6F-D20DEE7D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90750"/>
            <a:ext cx="3095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870EC-3B6A-4E50-B0D4-762F438E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43150"/>
            <a:ext cx="2752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실행/리셋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1ABFF6-9ACD-4E65-B625-8D775BEF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43200"/>
            <a:ext cx="2752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iframe에 doc.write로 주입,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부모 창에서 안전하게 재주입 리셋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7F45AE-AF69-42E7-B35F-422F0589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095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37907C-7E7B-428A-B8A8-A2653EBA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43150"/>
            <a:ext cx="2752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저장/공유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2B372-A885-4B45-B345-72FCE794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2752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HTML 다운로드,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JSON 프로젝트 백업과 복원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325F5B-BDC4-4AF9-B7EE-4C6A1CAA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3095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DBE10D-F944-45BD-905C-7BD74D98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48150"/>
            <a:ext cx="2752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업그레이드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65688A-45EA-4A64-AD4E-45585585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48200"/>
            <a:ext cx="2752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버전 히스토리,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원클릭 복원과 품질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3A9317-A826-40A4-B136-361268B6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95750"/>
            <a:ext cx="3095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D3B28A-8AA1-43AF-9FBD-248B57BE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48150"/>
            <a:ext cx="2752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이미지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6636FE-CEEA-428C-AD7F-56807E98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48200"/>
            <a:ext cx="2752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사용자 이미지 업로드,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프롬프트에 에셋 정보 반영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A25812-C079-4FB3-ABB6-3DC45AA9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95750"/>
            <a:ext cx="3095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AAE6C7-642C-4E2D-8244-45CB29BA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48150"/>
            <a:ext cx="2752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장애 대비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4BD674-1ACB-462C-B033-113C0570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48200"/>
            <a:ext cx="2752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429/503 등 API 오류 시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입력값과 대화 내역 롤백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11DBF-55F2-44B5-B8F4-BA61F2CD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2267668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B5ABD5-5655-4952-9B47-53DA7235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4F2A5-C7CC-4A89-9B7B-08A8B4F5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평가 항목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5DB01-A5FD-47B4-B67E-28B830C0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5ADCA-78BF-42F4-A666-E1E3233E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대응 전략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8243E-DC8C-498A-A400-D7C85E60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CC9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B0532-9525-42A9-9E69-27FD31D3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925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채점 항목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8204A-361B-4DE4-A358-A789A26A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952625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CC9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EA852-365A-4BA6-A5EA-061468CC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66925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점수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040C45-CE75-45C1-BFD6-D6D4380D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52625"/>
            <a:ext cx="762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CC9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2958F-26A6-4153-89D6-5618288D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66925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프로젝트에서 보여줄 증거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7B12C-91AC-4CAB-B132-332D92BB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05075"/>
            <a:ext cx="238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414D3F-24E5-4739-B8EA-0AFA8934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완성도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93E97-6C53-4CEE-A298-2DA647AE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05075"/>
            <a:ext cx="1047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CAE620-2FF3-4363-952A-342C8C48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19375"/>
            <a:ext cx="857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8F18D6-84B6-4405-AB48-0A037F65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505075"/>
            <a:ext cx="7620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5B72E-BBD0-4141-901B-E4E64DBF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19375"/>
            <a:ext cx="742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Vue/Express 앱 빌드 통과, 게임 생성·수정·리셋·내보내기 정상 흐름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435942-0F6F-4930-B83C-68952136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238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D020A2-17A2-4B85-989B-E1623493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아이디어 구체화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B7F3AB-EDD1-4195-85A0-57FC6717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09925"/>
            <a:ext cx="1047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F95BB1-417D-4BE2-AE60-1C01C0EC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24225"/>
            <a:ext cx="857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F64D83-3C5E-477F-B292-78BC8D8B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209925"/>
            <a:ext cx="7620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DCD5E5-5BFE-4B8F-B965-BC3DE394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24225"/>
            <a:ext cx="742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프롬프트 분기, 전체 HTML 재작성, 히스토리, 이미지 에셋 등 구체 기능 구현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A8450-D884-4266-AC3A-74A05E83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4775"/>
            <a:ext cx="238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850A2A-5B0D-4771-8C1E-0EA655C9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창의성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1074E9-FFC9-47AF-925E-482C0BCC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914775"/>
            <a:ext cx="1047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B51729-CBB0-4181-9A44-EE7F3A98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29075"/>
            <a:ext cx="857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881AA4-64CC-4171-BD20-9F488292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914775"/>
            <a:ext cx="7620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96A91A-B5FE-4758-9739-DC8AAE80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29075"/>
            <a:ext cx="742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단순 코드 생성이 아니라 대화형 게임 제작·플레이·개선 플랫폼으로 차별화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8D5039-749E-4EDB-95FC-2F4A97D4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9625"/>
            <a:ext cx="238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CAC8AF-03C6-4F52-9355-B8DAF28F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지속 가능성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F0B5F2-C178-4B19-8489-D7362397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619625"/>
            <a:ext cx="1047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1081E0-EFF2-481C-B6FF-9224E853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33925"/>
            <a:ext cx="857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0FA1C0-8E0F-4891-90D2-21AE691C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19625"/>
            <a:ext cx="7620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3938ED-1993-4540-B681-6810A164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742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공개 GitHub, 제공자 선택, JSON 백업, 기능 확장 가능한 구조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C21AA0-B29A-4D72-B8F5-0CF211F9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24475"/>
            <a:ext cx="2381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7F3489-C605-4BC4-A667-74410B33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AI 활용도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C27122-5ACC-4EE8-85D2-C6606E0D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24475"/>
            <a:ext cx="1047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384B67-CFF4-44AD-87B3-0291C66C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438775"/>
            <a:ext cx="857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E7933C-B9CE-4D5E-ADB9-31428E2F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324475"/>
            <a:ext cx="7620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3B0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70C4E6-2A0F-4A60-B90B-96BB101F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438775"/>
            <a:ext cx="7429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Codex/ChatGPT로 설계·디버깅·문서화, Gemini/OpenAI로 실시간 게임 생성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235588-8CEB-4611-ABF9-3BB8E155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29325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F7A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2907EC-1EE2-4348-BF5F-7D1ED586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25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총점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5884FA0-98AA-4C1F-884D-2FBCB5DE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6029325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F7A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B07B23-29AA-4B9A-85E5-286D5371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6143625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50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89A84E-1310-438C-8DF4-DC7940CD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6029325"/>
            <a:ext cx="762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F7A"/>
          </a:solidFill>
          <a:ln xmlns:a="http://schemas.openxmlformats.org/drawingml/2006/main" w="19050">
            <a:solidFill>
              <a:srgbClr val="10101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3E3736-B77E-4332-B7E5-9C434222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6143625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발표에서는 실제 데모와 코드 구조를 함께 제시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0C92B0-565B-42B7-BADF-5A6DE299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62325"/>
            <a:ext cx="609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66675">
            <a:solidFill>
              <a:srgbClr val="B6606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C6C2B8-D523-4ADF-8F7E-AF2C8261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7063173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E9A30C-432C-47DC-A28E-73EAD4E9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DB361-B3FD-495C-BC0D-2EFB4A71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AI 활용도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D99A9-4717-4C60-B281-CB10DC12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6A73F-EE3A-4EA3-98D6-6D14B354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어디에 썼는가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BC449-EE63-4B5A-9182-D3895FDD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190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3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1)   Codex/ChatGPT: 요구사항 분석, 기능 설계, 코드 작성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3B55D4-5C21-4351-936D-ECE1DA3C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52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3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2)   AI 디버깅: iframe 포커스, 리셋 공백, API 오류 롤백 문제 식별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E8CC8-CCEE-49AF-A6FB-5AD38C5F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3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3)   Gemini/OpenAI API: 사용자의 요구를 실행 가능한 게임 HTML로 변환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9A2A5-1406-4139-A353-569F6349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76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3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4)   문서화/배포: README, GitHub 공개, 발표 자료 구성까지 보조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43A93-A70C-4364-99F5-49AC91C1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476875"/>
            <a:ext cx="8191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87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AI를 ‘결과물 생성’뿐 아니라 기획, 구현, 검증, 개선 루프 전체에 사용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CCAF1-D3D6-4903-9FAF-AFBEF3DF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0694535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4E6F3E-7402-4253-AA95-D0EC9BCE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5B5E3-EFA4-494B-93DD-793D5153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기대 효과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D4C67-DD77-4480-9D44-60D533FA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C966A-2D8A-4B40-BCAC-1109FBC1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활용 가능성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C4B95-DBDE-4BA8-9006-CCCAE103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38375"/>
            <a:ext cx="2857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8A274C-4260-48F0-BBE9-09CB0E61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90775"/>
            <a:ext cx="2514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교육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4F01C-A096-47FF-B539-A164590E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90825"/>
            <a:ext cx="25146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초보자가 코드를 몰라도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게임 구조와 인터랙션을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직접 실험할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0B825-4FB8-4C9E-B39B-669F8397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32B17-A0C2-4751-8EDD-079AE4FD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90775"/>
            <a:ext cx="2514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프로토타입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CB671-3B2B-4BA1-9F64-FD4FD7C8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90825"/>
            <a:ext cx="25146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아이디어를 빠르게 검증하고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수정 요청으로 게임성을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짧은 시간에 개선한다.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7F1557-7A7F-42E0-A7ED-00ACBD2C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38375"/>
            <a:ext cx="2857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6D9D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65426-1EA1-4EA3-B9A2-9AEDE375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2514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6D9D7"/>
                </a:solidFill>
                <a:latin typeface="Batang"/>
                <a:ea typeface="Batang"/>
                <a:cs typeface="Batang"/>
              </a:defRPr>
            </a:pPr>
            <a:r>
              <a:rPr sz="1800" b="0">
                <a:solidFill>
                  <a:srgbClr val="C6D9D7"/>
                </a:solidFill>
                <a:latin typeface="Batang"/>
                <a:ea typeface="Batang"/>
                <a:cs typeface="Batang"/>
              </a:rPr>
              <a:t>확장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00C7FE-DFA7-41A6-B96C-E7A917D0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90825"/>
            <a:ext cx="25146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멀티모달 입력, 템플릿,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배포 자동화, 협업 기능으로</a:t>
            </a:r>
          </a:p>
          <a:p xmlns:a="http://schemas.openxmlformats.org/drawingml/2006/main">
            <a:pPr algn="l">
              <a:defRPr sz="15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5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서비스화가 가능하다.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51D4A3-BE44-4E12-B77A-D1215E45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025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일회성 생성기가 아니라 계속 저장하고 다시 발전시키는 제작 도구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625B53-4553-4A46-A8D7-9F230BD0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0583087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03BCFD-282A-454B-8628-7AE2547B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5C5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23E442-D7CF-42EF-90DB-8E95DDD4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438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37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데모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138D86-A9D2-4082-A064-453D03B0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B6E3D5-78E3-4C96-A91D-BB344953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2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시연 흐름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5D57DD-E549-4191-893E-FCCA1414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238375"/>
            <a:ext cx="4000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4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1) 게임 아이디어 입력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66293-19FB-4AB8-872F-A214601F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00375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4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2) 생성된 게임 즉시 플레이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A1A8A-F6DA-46C0-999E-38A40AB7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623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4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3) 난이도·디자인·이미지 추가 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D3044-6786-4A01-A77D-4C62265F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24375"/>
            <a:ext cx="409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40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4) HTML 파일로 저장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7FC75F-425A-45A5-83F8-78F80896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14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8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58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1216F-B251-426E-BCA7-EA0221CC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76575"/>
            <a:ext cx="2667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발표 시간 5분</a:t>
            </a:r>
          </a:p>
          <a:p xmlns:a="http://schemas.openxmlformats.org/drawingml/2006/main">
            <a:pPr algn="l">
              <a:defRPr sz="25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25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+ 질의 응답 7분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30CC5C-5A47-48EF-8E9D-6B1B608D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81625"/>
            <a:ext cx="6800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F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7230B-9F7B-477B-8C62-7ED95286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619750"/>
            <a:ext cx="628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F2EEEE"/>
                </a:solidFill>
                <a:latin typeface="Batang"/>
                <a:ea typeface="Batang"/>
                <a:cs typeface="Batang"/>
              </a:defRPr>
            </a:pPr>
            <a:r>
              <a:rPr sz="1650" b="0">
                <a:solidFill>
                  <a:srgbClr val="F2EEEE"/>
                </a:solidFill>
                <a:latin typeface="Batang"/>
                <a:ea typeface="Batang"/>
                <a:cs typeface="Batang"/>
              </a:rPr>
              <a:t>github.com/pleto333/ai-mini-game-maker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F6D98-AB33-4014-9882-749B5EC7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2484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D5DDDA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D5DDDA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385796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2026-05-21T04:34:15.4190000Z</dcterms:created>
  <dcterms:modified xsi:type="dcterms:W3CDTF">2026-05-21T04:34:15.4190000Z</dcterms:modified>
</coreProperties>
</file>